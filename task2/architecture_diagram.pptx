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Raleway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323CB-95A4-4047-9C6C-A31DC8E853FB}" v="2" dt="2025-10-05T18:48:35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Kv" userId="1dde4f909d4f8f61" providerId="LiveId" clId="{139BD22F-C1DF-4D24-9C2D-F479ABEF2972}"/>
    <pc:docChg chg="custSel modSld">
      <pc:chgData name="Neha Kv" userId="1dde4f909d4f8f61" providerId="LiveId" clId="{139BD22F-C1DF-4D24-9C2D-F479ABEF2972}" dt="2025-10-05T18:49:07.720" v="40" actId="1076"/>
      <pc:docMkLst>
        <pc:docMk/>
      </pc:docMkLst>
      <pc:sldChg chg="addSp delSp modSp mod">
        <pc:chgData name="Neha Kv" userId="1dde4f909d4f8f61" providerId="LiveId" clId="{139BD22F-C1DF-4D24-9C2D-F479ABEF2972}" dt="2025-10-05T18:49:07.720" v="40" actId="1076"/>
        <pc:sldMkLst>
          <pc:docMk/>
          <pc:sldMk cId="0" sldId="256"/>
        </pc:sldMkLst>
        <pc:spChg chg="add mod">
          <ac:chgData name="Neha Kv" userId="1dde4f909d4f8f61" providerId="LiveId" clId="{139BD22F-C1DF-4D24-9C2D-F479ABEF2972}" dt="2025-10-05T18:49:02.352" v="39" actId="1076"/>
          <ac:spMkLst>
            <pc:docMk/>
            <pc:sldMk cId="0" sldId="256"/>
            <ac:spMk id="3" creationId="{42FAA7EA-BA02-1B3C-A144-A9A00771659A}"/>
          </ac:spMkLst>
        </pc:spChg>
        <pc:spChg chg="mod">
          <ac:chgData name="Neha Kv" userId="1dde4f909d4f8f61" providerId="LiveId" clId="{139BD22F-C1DF-4D24-9C2D-F479ABEF2972}" dt="2025-10-05T18:47:54.443" v="9" actId="2711"/>
          <ac:spMkLst>
            <pc:docMk/>
            <pc:sldMk cId="0" sldId="256"/>
            <ac:spMk id="86" creationId="{00000000-0000-0000-0000-000000000000}"/>
          </ac:spMkLst>
        </pc:spChg>
        <pc:spChg chg="mod">
          <ac:chgData name="Neha Kv" userId="1dde4f909d4f8f61" providerId="LiveId" clId="{139BD22F-C1DF-4D24-9C2D-F479ABEF2972}" dt="2025-10-05T18:49:07.720" v="40" actId="1076"/>
          <ac:spMkLst>
            <pc:docMk/>
            <pc:sldMk cId="0" sldId="256"/>
            <ac:spMk id="87" creationId="{00000000-0000-0000-0000-000000000000}"/>
          </ac:spMkLst>
        </pc:spChg>
        <pc:graphicFrameChg chg="add del mod">
          <ac:chgData name="Neha Kv" userId="1dde4f909d4f8f61" providerId="LiveId" clId="{139BD22F-C1DF-4D24-9C2D-F479ABEF2972}" dt="2025-10-05T18:48:15.549" v="12" actId="478"/>
          <ac:graphicFrameMkLst>
            <pc:docMk/>
            <pc:sldMk cId="0" sldId="256"/>
            <ac:graphicFrameMk id="2" creationId="{0969CE5D-5562-FF83-D586-2770637771CE}"/>
          </ac:graphicFrameMkLst>
        </pc:graphicFrameChg>
      </pc:sldChg>
      <pc:sldChg chg="modSp mod">
        <pc:chgData name="Neha Kv" userId="1dde4f909d4f8f61" providerId="LiveId" clId="{139BD22F-C1DF-4D24-9C2D-F479ABEF2972}" dt="2025-10-05T18:48:35.069" v="14" actId="27636"/>
        <pc:sldMkLst>
          <pc:docMk/>
          <pc:sldMk cId="0" sldId="258"/>
        </pc:sldMkLst>
        <pc:spChg chg="mod">
          <ac:chgData name="Neha Kv" userId="1dde4f909d4f8f61" providerId="LiveId" clId="{139BD22F-C1DF-4D24-9C2D-F479ABEF2972}" dt="2025-10-05T18:48:35.069" v="14" actId="27636"/>
          <ac:spMkLst>
            <pc:docMk/>
            <pc:sldMk cId="0" sldId="258"/>
            <ac:spMk id="9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92cd67e4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92cd67e4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92cd67e4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92cd67e4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92cd67e4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92cd67e4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EXACTSPACE TASK-2</a:t>
            </a:r>
            <a:br>
              <a:rPr lang="en" dirty="0"/>
            </a:br>
            <a:endParaRPr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268278" y="18842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Architecture Diagram</a:t>
            </a:r>
            <a:endParaRPr sz="6200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A7EA-BA02-1B3C-A144-A9A00771659A}"/>
              </a:ext>
            </a:extLst>
          </p:cNvPr>
          <p:cNvSpPr txBox="1"/>
          <p:nvPr/>
        </p:nvSpPr>
        <p:spPr>
          <a:xfrm>
            <a:off x="1106905" y="2987150"/>
            <a:ext cx="2489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BY NEHA KV(1RN22CS099)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850" y="1425425"/>
            <a:ext cx="5587798" cy="372373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16225" y="641350"/>
            <a:ext cx="558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RAG System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528250" y="5641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RAG System Architecture</a:t>
            </a:r>
            <a:endParaRPr sz="270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415050" y="1274025"/>
            <a:ext cx="9448500" cy="3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1. Document Ingestion &amp; Preprocessing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Collect and clean technical manuals or domain documents.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Convert PDFs and text files into machine-readable format.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2. Chunking Strategy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Split long documents into smaller, meaningful text chunks.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Maintain contextual continuity for accurate retrieval.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3. Embeddings &amp; Indexing (Vector Database)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Generate vector representations using embedding models.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Store embeddings in a FAISS (or similar) vector database for fast similarity search.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7650" y="589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RAG System Architecture</a:t>
            </a:r>
            <a:endParaRPr sz="2700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528250" y="1349450"/>
            <a:ext cx="8515200" cy="30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67" b="1">
                <a:solidFill>
                  <a:schemeClr val="dk1"/>
                </a:solidFill>
              </a:rPr>
              <a:t>4. Retrieval Layer</a:t>
            </a:r>
            <a:endParaRPr sz="1267" b="1">
              <a:solidFill>
                <a:schemeClr val="dk1"/>
              </a:solidFill>
            </a:endParaRPr>
          </a:p>
          <a:p>
            <a:pPr marL="457200" lvl="0" indent="-30905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7"/>
              <a:buChar char="●"/>
            </a:pPr>
            <a:r>
              <a:rPr lang="en" sz="1267">
                <a:solidFill>
                  <a:schemeClr val="dk1"/>
                </a:solidFill>
              </a:rPr>
              <a:t>Retrieve the most relevant document chunks for a user query.</a:t>
            </a:r>
            <a:br>
              <a:rPr lang="en" sz="1267">
                <a:solidFill>
                  <a:schemeClr val="dk1"/>
                </a:solidFill>
              </a:rPr>
            </a:br>
            <a:endParaRPr sz="1267">
              <a:solidFill>
                <a:schemeClr val="dk1"/>
              </a:solidFill>
            </a:endParaRPr>
          </a:p>
          <a:p>
            <a:pPr marL="457200" lvl="0" indent="-30905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7"/>
              <a:buChar char="●"/>
            </a:pPr>
            <a:r>
              <a:rPr lang="en" sz="1267">
                <a:solidFill>
                  <a:schemeClr val="dk1"/>
                </a:solidFill>
              </a:rPr>
              <a:t>Acts as a bridge between stored knowledge and the language model.</a:t>
            </a:r>
            <a:br>
              <a:rPr lang="en" sz="1267">
                <a:solidFill>
                  <a:schemeClr val="dk1"/>
                </a:solidFill>
              </a:rPr>
            </a:br>
            <a:endParaRPr sz="126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67" b="1">
                <a:solidFill>
                  <a:schemeClr val="dk1"/>
                </a:solidFill>
              </a:rPr>
              <a:t>5. LLM Layer (Answer Generation)</a:t>
            </a:r>
            <a:endParaRPr sz="1267" b="1">
              <a:solidFill>
                <a:schemeClr val="dk1"/>
              </a:solidFill>
            </a:endParaRPr>
          </a:p>
          <a:p>
            <a:pPr marL="457200" lvl="0" indent="-30905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7"/>
              <a:buChar char="●"/>
            </a:pPr>
            <a:r>
              <a:rPr lang="en" sz="1267">
                <a:solidFill>
                  <a:schemeClr val="dk1"/>
                </a:solidFill>
              </a:rPr>
              <a:t>Use a Large Language Model (LLM) to generate context-aware answers.</a:t>
            </a:r>
            <a:br>
              <a:rPr lang="en" sz="1267">
                <a:solidFill>
                  <a:schemeClr val="dk1"/>
                </a:solidFill>
              </a:rPr>
            </a:br>
            <a:endParaRPr sz="1267">
              <a:solidFill>
                <a:schemeClr val="dk1"/>
              </a:solidFill>
            </a:endParaRPr>
          </a:p>
          <a:p>
            <a:pPr marL="457200" lvl="0" indent="-30905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7"/>
              <a:buChar char="●"/>
            </a:pPr>
            <a:r>
              <a:rPr lang="en" sz="1267">
                <a:solidFill>
                  <a:schemeClr val="dk1"/>
                </a:solidFill>
              </a:rPr>
              <a:t>Combines retrieved content with user query to form responses.</a:t>
            </a:r>
            <a:br>
              <a:rPr lang="en" sz="1267">
                <a:solidFill>
                  <a:schemeClr val="dk1"/>
                </a:solidFill>
              </a:rPr>
            </a:br>
            <a:endParaRPr sz="126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67" b="1">
                <a:solidFill>
                  <a:schemeClr val="dk1"/>
                </a:solidFill>
              </a:rPr>
              <a:t>6. Guardrails for Safe &amp; Faithful Responses</a:t>
            </a:r>
            <a:endParaRPr sz="1267" b="1">
              <a:solidFill>
                <a:schemeClr val="dk1"/>
              </a:solidFill>
            </a:endParaRPr>
          </a:p>
          <a:p>
            <a:pPr marL="457200" lvl="0" indent="-30905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67"/>
              <a:buChar char="●"/>
            </a:pPr>
            <a:r>
              <a:rPr lang="en" sz="1267">
                <a:solidFill>
                  <a:schemeClr val="dk1"/>
                </a:solidFill>
              </a:rPr>
              <a:t>Enforce factual, source-grounded, and safe answers.</a:t>
            </a:r>
            <a:br>
              <a:rPr lang="en" sz="1267">
                <a:solidFill>
                  <a:schemeClr val="dk1"/>
                </a:solidFill>
              </a:rPr>
            </a:br>
            <a:endParaRPr sz="1267">
              <a:solidFill>
                <a:schemeClr val="dk1"/>
              </a:solidFill>
            </a:endParaRPr>
          </a:p>
          <a:p>
            <a:pPr marL="457200" lvl="0" indent="-30905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7"/>
              <a:buChar char="●"/>
            </a:pPr>
            <a:r>
              <a:rPr lang="en" sz="1267">
                <a:solidFill>
                  <a:schemeClr val="dk1"/>
                </a:solidFill>
              </a:rPr>
              <a:t>Include prompts and validation to avoid hallucinations.</a:t>
            </a:r>
            <a:endParaRPr sz="126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475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On-screen Show (16:9)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Lato</vt:lpstr>
      <vt:lpstr>Raleway</vt:lpstr>
      <vt:lpstr>Arial</vt:lpstr>
      <vt:lpstr>Streamline</vt:lpstr>
      <vt:lpstr>EXACTSPACE TASK-2 </vt:lpstr>
      <vt:lpstr>PowerPoint Presentation</vt:lpstr>
      <vt:lpstr>RAG System Architecture</vt:lpstr>
      <vt:lpstr>RAG System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 Kv</cp:lastModifiedBy>
  <cp:revision>1</cp:revision>
  <dcterms:modified xsi:type="dcterms:W3CDTF">2025-10-05T18:49:08Z</dcterms:modified>
</cp:coreProperties>
</file>